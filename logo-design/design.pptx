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4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>
        <p:scale>
          <a:sx n="66" d="100"/>
          <a:sy n="66" d="100"/>
        </p:scale>
        <p:origin x="600" y="4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eeform 6" title="Page Number Shape"/>
          <p:cNvSpPr/>
          <p:nvPr/>
        </p:nvSpPr>
        <p:spPr bwMode="auto">
          <a:xfrm>
            <a:off x="11784011" y="1189204"/>
            <a:ext cx="407988" cy="819150"/>
          </a:xfrm>
          <a:custGeom>
            <a:avLst/>
            <a:gdLst/>
            <a:ahLst/>
            <a:cxnLst/>
            <a:rect l="0" t="0" r="r" b="b"/>
            <a:pathLst>
              <a:path w="1799" h="3612">
                <a:moveTo>
                  <a:pt x="1799" y="0"/>
                </a:moveTo>
                <a:lnTo>
                  <a:pt x="1799" y="3612"/>
                </a:lnTo>
                <a:lnTo>
                  <a:pt x="1686" y="3609"/>
                </a:lnTo>
                <a:lnTo>
                  <a:pt x="1574" y="3598"/>
                </a:lnTo>
                <a:lnTo>
                  <a:pt x="1464" y="3581"/>
                </a:lnTo>
                <a:lnTo>
                  <a:pt x="1357" y="3557"/>
                </a:lnTo>
                <a:lnTo>
                  <a:pt x="1251" y="3527"/>
                </a:lnTo>
                <a:lnTo>
                  <a:pt x="1150" y="3490"/>
                </a:lnTo>
                <a:lnTo>
                  <a:pt x="1050" y="3448"/>
                </a:lnTo>
                <a:lnTo>
                  <a:pt x="953" y="3401"/>
                </a:lnTo>
                <a:lnTo>
                  <a:pt x="860" y="3347"/>
                </a:lnTo>
                <a:lnTo>
                  <a:pt x="771" y="3289"/>
                </a:lnTo>
                <a:lnTo>
                  <a:pt x="686" y="3224"/>
                </a:lnTo>
                <a:lnTo>
                  <a:pt x="604" y="3156"/>
                </a:lnTo>
                <a:lnTo>
                  <a:pt x="527" y="3083"/>
                </a:lnTo>
                <a:lnTo>
                  <a:pt x="454" y="3005"/>
                </a:lnTo>
                <a:lnTo>
                  <a:pt x="386" y="2923"/>
                </a:lnTo>
                <a:lnTo>
                  <a:pt x="323" y="2838"/>
                </a:lnTo>
                <a:lnTo>
                  <a:pt x="265" y="2748"/>
                </a:lnTo>
                <a:lnTo>
                  <a:pt x="211" y="2655"/>
                </a:lnTo>
                <a:lnTo>
                  <a:pt x="163" y="2559"/>
                </a:lnTo>
                <a:lnTo>
                  <a:pt x="121" y="2459"/>
                </a:lnTo>
                <a:lnTo>
                  <a:pt x="85" y="2356"/>
                </a:lnTo>
                <a:lnTo>
                  <a:pt x="55" y="2251"/>
                </a:lnTo>
                <a:lnTo>
                  <a:pt x="32" y="2143"/>
                </a:lnTo>
                <a:lnTo>
                  <a:pt x="14" y="2033"/>
                </a:lnTo>
                <a:lnTo>
                  <a:pt x="4" y="1920"/>
                </a:lnTo>
                <a:lnTo>
                  <a:pt x="0" y="1806"/>
                </a:lnTo>
                <a:lnTo>
                  <a:pt x="4" y="1692"/>
                </a:lnTo>
                <a:lnTo>
                  <a:pt x="14" y="1580"/>
                </a:lnTo>
                <a:lnTo>
                  <a:pt x="32" y="1469"/>
                </a:lnTo>
                <a:lnTo>
                  <a:pt x="55" y="1362"/>
                </a:lnTo>
                <a:lnTo>
                  <a:pt x="85" y="1256"/>
                </a:lnTo>
                <a:lnTo>
                  <a:pt x="121" y="1154"/>
                </a:lnTo>
                <a:lnTo>
                  <a:pt x="163" y="1054"/>
                </a:lnTo>
                <a:lnTo>
                  <a:pt x="211" y="958"/>
                </a:lnTo>
                <a:lnTo>
                  <a:pt x="265" y="864"/>
                </a:lnTo>
                <a:lnTo>
                  <a:pt x="323" y="774"/>
                </a:lnTo>
                <a:lnTo>
                  <a:pt x="386" y="689"/>
                </a:lnTo>
                <a:lnTo>
                  <a:pt x="454" y="607"/>
                </a:lnTo>
                <a:lnTo>
                  <a:pt x="527" y="529"/>
                </a:lnTo>
                <a:lnTo>
                  <a:pt x="604" y="456"/>
                </a:lnTo>
                <a:lnTo>
                  <a:pt x="686" y="388"/>
                </a:lnTo>
                <a:lnTo>
                  <a:pt x="771" y="325"/>
                </a:lnTo>
                <a:lnTo>
                  <a:pt x="860" y="266"/>
                </a:lnTo>
                <a:lnTo>
                  <a:pt x="953" y="212"/>
                </a:lnTo>
                <a:lnTo>
                  <a:pt x="1050" y="164"/>
                </a:lnTo>
                <a:lnTo>
                  <a:pt x="1150" y="122"/>
                </a:lnTo>
                <a:lnTo>
                  <a:pt x="1251" y="85"/>
                </a:lnTo>
                <a:lnTo>
                  <a:pt x="1357" y="55"/>
                </a:lnTo>
                <a:lnTo>
                  <a:pt x="1464" y="32"/>
                </a:lnTo>
                <a:lnTo>
                  <a:pt x="1574" y="14"/>
                </a:lnTo>
                <a:lnTo>
                  <a:pt x="1686" y="5"/>
                </a:lnTo>
                <a:lnTo>
                  <a:pt x="1799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88913" y="1143293"/>
            <a:ext cx="7034362" cy="4268965"/>
          </a:xfrm>
        </p:spPr>
        <p:txBody>
          <a:bodyPr anchor="t">
            <a:normAutofit/>
          </a:bodyPr>
          <a:lstStyle>
            <a:lvl1pPr algn="l">
              <a:lnSpc>
                <a:spcPct val="85000"/>
              </a:lnSpc>
              <a:defRPr sz="7700" cap="all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88914" y="5537925"/>
            <a:ext cx="7034362" cy="706355"/>
          </a:xfrm>
        </p:spPr>
        <p:txBody>
          <a:bodyPr>
            <a:normAutofit/>
          </a:bodyPr>
          <a:lstStyle>
            <a:lvl1pPr marL="0" indent="0" algn="l">
              <a:lnSpc>
                <a:spcPct val="114000"/>
              </a:lnSpc>
              <a:spcBef>
                <a:spcPts val="0"/>
              </a:spcBef>
              <a:buNone/>
              <a:defRPr sz="2000" b="0" i="1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88913" y="6314440"/>
            <a:ext cx="1596622" cy="365125"/>
          </a:xfrm>
        </p:spPr>
        <p:txBody>
          <a:bodyPr/>
          <a:lstStyle>
            <a:lvl1pPr algn="l">
              <a:defRPr sz="1200">
                <a:solidFill>
                  <a:schemeClr val="tx2"/>
                </a:solidFill>
              </a:defRPr>
            </a:lvl1pPr>
          </a:lstStyle>
          <a:p>
            <a:fld id="{D86CB5A8-9D31-4837-8B44-9072CDBFDAF6}" type="datetimeFigureOut">
              <a:rPr lang="en-GB" smtClean="0"/>
              <a:t>20/12/2018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000591" y="6314440"/>
            <a:ext cx="5122683" cy="365125"/>
          </a:xfrm>
        </p:spPr>
        <p:txBody>
          <a:bodyPr/>
          <a:lstStyle>
            <a:lvl1pPr algn="l">
              <a:defRPr b="0">
                <a:solidFill>
                  <a:schemeClr val="tx2"/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784011" y="1416216"/>
            <a:ext cx="407988" cy="365125"/>
          </a:xfrm>
        </p:spPr>
        <p:txBody>
          <a:bodyPr/>
          <a:lstStyle>
            <a:lvl1pPr algn="r">
              <a:defRPr>
                <a:solidFill>
                  <a:schemeClr val="bg2"/>
                </a:solidFill>
              </a:defRPr>
            </a:lvl1pPr>
          </a:lstStyle>
          <a:p>
            <a:fld id="{8DBD964D-4827-47C3-97F4-56D304E64521}" type="slidenum">
              <a:rPr lang="en-GB" smtClean="0"/>
              <a:t>‹#›</a:t>
            </a:fld>
            <a:endParaRPr lang="en-GB"/>
          </a:p>
        </p:txBody>
      </p:sp>
      <p:cxnSp>
        <p:nvCxnSpPr>
          <p:cNvPr id="9" name="Straight Connector 8" title="Verticle Rule Line"/>
          <p:cNvCxnSpPr/>
          <p:nvPr/>
        </p:nvCxnSpPr>
        <p:spPr>
          <a:xfrm>
            <a:off x="773855" y="1257300"/>
            <a:ext cx="0" cy="5600700"/>
          </a:xfrm>
          <a:prstGeom prst="line">
            <a:avLst/>
          </a:prstGeom>
          <a:ln w="254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2321191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 mod="1">
    <p:ext uri="{DCECCB84-F9BA-43D5-87BE-67443E8EF086}">
      <p15:sldGuideLst xmlns:p15="http://schemas.microsoft.com/office/powerpoint/2012/main">
        <p15:guide id="1" orient="horz" pos="792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6CB5A8-9D31-4837-8B44-9072CDBFDAF6}" type="datetimeFigureOut">
              <a:rPr lang="en-GB" smtClean="0"/>
              <a:t>20/12/2018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BD964D-4827-47C3-97F4-56D304E6452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887039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6" title="Page Number Shape"/>
          <p:cNvSpPr/>
          <p:nvPr/>
        </p:nvSpPr>
        <p:spPr bwMode="auto">
          <a:xfrm>
            <a:off x="11784011" y="1393748"/>
            <a:ext cx="407988" cy="819150"/>
          </a:xfrm>
          <a:custGeom>
            <a:avLst/>
            <a:gdLst/>
            <a:ahLst/>
            <a:cxnLst/>
            <a:rect l="0" t="0" r="r" b="b"/>
            <a:pathLst>
              <a:path w="1799" h="3612">
                <a:moveTo>
                  <a:pt x="1799" y="0"/>
                </a:moveTo>
                <a:lnTo>
                  <a:pt x="1799" y="3612"/>
                </a:lnTo>
                <a:lnTo>
                  <a:pt x="1686" y="3609"/>
                </a:lnTo>
                <a:lnTo>
                  <a:pt x="1574" y="3598"/>
                </a:lnTo>
                <a:lnTo>
                  <a:pt x="1464" y="3581"/>
                </a:lnTo>
                <a:lnTo>
                  <a:pt x="1357" y="3557"/>
                </a:lnTo>
                <a:lnTo>
                  <a:pt x="1251" y="3527"/>
                </a:lnTo>
                <a:lnTo>
                  <a:pt x="1150" y="3490"/>
                </a:lnTo>
                <a:lnTo>
                  <a:pt x="1050" y="3448"/>
                </a:lnTo>
                <a:lnTo>
                  <a:pt x="953" y="3401"/>
                </a:lnTo>
                <a:lnTo>
                  <a:pt x="860" y="3347"/>
                </a:lnTo>
                <a:lnTo>
                  <a:pt x="771" y="3289"/>
                </a:lnTo>
                <a:lnTo>
                  <a:pt x="686" y="3224"/>
                </a:lnTo>
                <a:lnTo>
                  <a:pt x="604" y="3156"/>
                </a:lnTo>
                <a:lnTo>
                  <a:pt x="527" y="3083"/>
                </a:lnTo>
                <a:lnTo>
                  <a:pt x="454" y="3005"/>
                </a:lnTo>
                <a:lnTo>
                  <a:pt x="386" y="2923"/>
                </a:lnTo>
                <a:lnTo>
                  <a:pt x="323" y="2838"/>
                </a:lnTo>
                <a:lnTo>
                  <a:pt x="265" y="2748"/>
                </a:lnTo>
                <a:lnTo>
                  <a:pt x="211" y="2655"/>
                </a:lnTo>
                <a:lnTo>
                  <a:pt x="163" y="2559"/>
                </a:lnTo>
                <a:lnTo>
                  <a:pt x="121" y="2459"/>
                </a:lnTo>
                <a:lnTo>
                  <a:pt x="85" y="2356"/>
                </a:lnTo>
                <a:lnTo>
                  <a:pt x="55" y="2251"/>
                </a:lnTo>
                <a:lnTo>
                  <a:pt x="32" y="2143"/>
                </a:lnTo>
                <a:lnTo>
                  <a:pt x="14" y="2033"/>
                </a:lnTo>
                <a:lnTo>
                  <a:pt x="4" y="1920"/>
                </a:lnTo>
                <a:lnTo>
                  <a:pt x="0" y="1806"/>
                </a:lnTo>
                <a:lnTo>
                  <a:pt x="4" y="1692"/>
                </a:lnTo>
                <a:lnTo>
                  <a:pt x="14" y="1580"/>
                </a:lnTo>
                <a:lnTo>
                  <a:pt x="32" y="1469"/>
                </a:lnTo>
                <a:lnTo>
                  <a:pt x="55" y="1362"/>
                </a:lnTo>
                <a:lnTo>
                  <a:pt x="85" y="1256"/>
                </a:lnTo>
                <a:lnTo>
                  <a:pt x="121" y="1154"/>
                </a:lnTo>
                <a:lnTo>
                  <a:pt x="163" y="1054"/>
                </a:lnTo>
                <a:lnTo>
                  <a:pt x="211" y="958"/>
                </a:lnTo>
                <a:lnTo>
                  <a:pt x="265" y="864"/>
                </a:lnTo>
                <a:lnTo>
                  <a:pt x="323" y="774"/>
                </a:lnTo>
                <a:lnTo>
                  <a:pt x="386" y="689"/>
                </a:lnTo>
                <a:lnTo>
                  <a:pt x="454" y="607"/>
                </a:lnTo>
                <a:lnTo>
                  <a:pt x="527" y="529"/>
                </a:lnTo>
                <a:lnTo>
                  <a:pt x="604" y="456"/>
                </a:lnTo>
                <a:lnTo>
                  <a:pt x="686" y="388"/>
                </a:lnTo>
                <a:lnTo>
                  <a:pt x="771" y="325"/>
                </a:lnTo>
                <a:lnTo>
                  <a:pt x="860" y="266"/>
                </a:lnTo>
                <a:lnTo>
                  <a:pt x="953" y="212"/>
                </a:lnTo>
                <a:lnTo>
                  <a:pt x="1050" y="164"/>
                </a:lnTo>
                <a:lnTo>
                  <a:pt x="1150" y="122"/>
                </a:lnTo>
                <a:lnTo>
                  <a:pt x="1251" y="85"/>
                </a:lnTo>
                <a:lnTo>
                  <a:pt x="1357" y="55"/>
                </a:lnTo>
                <a:lnTo>
                  <a:pt x="1464" y="32"/>
                </a:lnTo>
                <a:lnTo>
                  <a:pt x="1574" y="14"/>
                </a:lnTo>
                <a:lnTo>
                  <a:pt x="1686" y="5"/>
                </a:lnTo>
                <a:lnTo>
                  <a:pt x="1799" y="0"/>
                </a:lnTo>
                <a:close/>
              </a:path>
            </a:pathLst>
          </a:custGeom>
          <a:solidFill>
            <a:schemeClr val="tx1">
              <a:lumMod val="85000"/>
              <a:lumOff val="15000"/>
            </a:schemeClr>
          </a:solidFill>
          <a:ln w="0">
            <a:noFill/>
            <a:prstDash val="solid"/>
            <a:round/>
            <a:headEnd/>
            <a:tailEnd/>
          </a:ln>
        </p:spPr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7673" y="2571722"/>
            <a:ext cx="8296654" cy="3286153"/>
          </a:xfrm>
        </p:spPr>
        <p:txBody>
          <a:bodyPr anchor="t">
            <a:normAutofit/>
          </a:bodyPr>
          <a:lstStyle>
            <a:lvl1pPr>
              <a:lnSpc>
                <a:spcPct val="85000"/>
              </a:lnSpc>
              <a:defRPr sz="7700" cap="all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47673" y="1393748"/>
            <a:ext cx="8401429" cy="819150"/>
          </a:xfrm>
        </p:spPr>
        <p:txBody>
          <a:bodyPr anchor="ctr">
            <a:normAutofit/>
          </a:bodyPr>
          <a:lstStyle>
            <a:lvl1pPr marL="0" indent="0" algn="r">
              <a:lnSpc>
                <a:spcPct val="113000"/>
              </a:lnSpc>
              <a:spcBef>
                <a:spcPts val="0"/>
              </a:spcBef>
              <a:buNone/>
              <a:defRPr sz="2000" b="0" i="1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742955" y="6314439"/>
            <a:ext cx="1596622" cy="365125"/>
          </a:xfrm>
        </p:spPr>
        <p:txBody>
          <a:bodyPr/>
          <a:lstStyle>
            <a:lvl1pPr>
              <a:defRPr sz="120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D86CB5A8-9D31-4837-8B44-9072CDBFDAF6}" type="datetimeFigureOut">
              <a:rPr lang="en-GB" smtClean="0"/>
              <a:t>20/12/2018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947673" y="6314440"/>
            <a:ext cx="6480226" cy="365125"/>
          </a:xfrm>
        </p:spPr>
        <p:txBody>
          <a:bodyPr/>
          <a:lstStyle>
            <a:lvl1pPr>
              <a:defRPr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784011" y="1620760"/>
            <a:ext cx="407988" cy="365125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fld id="{8DBD964D-4827-47C3-97F4-56D304E64521}" type="slidenum">
              <a:rPr lang="en-GB" smtClean="0"/>
              <a:t>‹#›</a:t>
            </a:fld>
            <a:endParaRPr lang="en-GB"/>
          </a:p>
        </p:txBody>
      </p:sp>
      <p:cxnSp>
        <p:nvCxnSpPr>
          <p:cNvPr id="10" name="Straight Connector 9" title="Horizontal Rule Line"/>
          <p:cNvCxnSpPr/>
          <p:nvPr/>
        </p:nvCxnSpPr>
        <p:spPr>
          <a:xfrm flipH="1">
            <a:off x="1" y="6178167"/>
            <a:ext cx="10244326" cy="0"/>
          </a:xfrm>
          <a:prstGeom prst="line">
            <a:avLst/>
          </a:prstGeom>
          <a:ln w="2540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69137677"/>
      </p:ext>
    </p:extLst>
  </p:cSld>
  <p:clrMapOvr>
    <a:masterClrMapping/>
  </p:clrMapOvr>
  <p:extLst mod="1">
    <p:ext uri="{DCECCB84-F9BA-43D5-87BE-67443E8EF086}">
      <p15:sldGuideLst xmlns:p15="http://schemas.microsoft.com/office/powerpoint/2012/main">
        <p15:guide id="1" pos="6456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181600" y="540628"/>
            <a:ext cx="6248400" cy="2488946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181600" y="3712467"/>
            <a:ext cx="6248400" cy="248222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6CB5A8-9D31-4837-8B44-9072CDBFDAF6}" type="datetimeFigureOut">
              <a:rPr lang="en-GB" smtClean="0"/>
              <a:t>20/12/2018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BD964D-4827-47C3-97F4-56D304E6452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77754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0" y="557784"/>
            <a:ext cx="3831336" cy="495604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181600" y="558065"/>
            <a:ext cx="6245352" cy="914400"/>
          </a:xfrm>
        </p:spPr>
        <p:txBody>
          <a:bodyPr anchor="b">
            <a:normAutofit/>
          </a:bodyPr>
          <a:lstStyle>
            <a:lvl1pPr marL="0" indent="0">
              <a:lnSpc>
                <a:spcPct val="113000"/>
              </a:lnSpc>
              <a:spcBef>
                <a:spcPts val="0"/>
              </a:spcBef>
              <a:buNone/>
              <a:defRPr sz="2400" b="0" i="1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181600" y="1526671"/>
            <a:ext cx="6245352" cy="175564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181600" y="3700826"/>
            <a:ext cx="6248400" cy="914400"/>
          </a:xfrm>
        </p:spPr>
        <p:txBody>
          <a:bodyPr anchor="b">
            <a:normAutofit/>
          </a:bodyPr>
          <a:lstStyle>
            <a:lvl1pPr marL="0" indent="0">
              <a:buNone/>
              <a:defRPr sz="2400" b="0" i="1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181600" y="4669432"/>
            <a:ext cx="6245352" cy="175564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6CB5A8-9D31-4837-8B44-9072CDBFDAF6}" type="datetimeFigureOut">
              <a:rPr lang="en-GB" smtClean="0"/>
              <a:t>20/12/2018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BD964D-4827-47C3-97F4-56D304E6452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002087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6CB5A8-9D31-4837-8B44-9072CDBFDAF6}" type="datetimeFigureOut">
              <a:rPr lang="en-GB" smtClean="0"/>
              <a:t>20/12/2018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BD964D-4827-47C3-97F4-56D304E6452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0402015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6CB5A8-9D31-4837-8B44-9072CDBFDAF6}" type="datetimeFigureOut">
              <a:rPr lang="en-GB" smtClean="0"/>
              <a:t>20/12/2018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BD964D-4827-47C3-97F4-56D304E6452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410216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0" y="555479"/>
            <a:ext cx="3838776" cy="1921022"/>
          </a:xfrm>
        </p:spPr>
        <p:txBody>
          <a:bodyPr anchor="t">
            <a:noAutofit/>
          </a:bodyPr>
          <a:lstStyle>
            <a:lvl1pPr>
              <a:lnSpc>
                <a:spcPct val="93000"/>
              </a:lnSpc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1600" y="564147"/>
            <a:ext cx="6248400" cy="5622644"/>
          </a:xfrm>
        </p:spPr>
        <p:txBody>
          <a:bodyPr/>
          <a:lstStyle>
            <a:lvl1pPr>
              <a:lnSpc>
                <a:spcPct val="112000"/>
              </a:lnSpc>
              <a:defRPr sz="2000"/>
            </a:lvl1pPr>
            <a:lvl2pPr>
              <a:lnSpc>
                <a:spcPct val="112000"/>
              </a:lnSpc>
              <a:defRPr sz="1800"/>
            </a:lvl2pPr>
            <a:lvl3pPr>
              <a:lnSpc>
                <a:spcPct val="112000"/>
              </a:lnSpc>
              <a:defRPr sz="1600"/>
            </a:lvl3pPr>
            <a:lvl4pPr>
              <a:lnSpc>
                <a:spcPct val="112000"/>
              </a:lnSpc>
              <a:defRPr sz="1400"/>
            </a:lvl4pPr>
            <a:lvl5pPr>
              <a:lnSpc>
                <a:spcPct val="112000"/>
              </a:lnSpc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62000" y="2621512"/>
            <a:ext cx="3838776" cy="3239537"/>
          </a:xfrm>
        </p:spPr>
        <p:txBody>
          <a:bodyPr/>
          <a:lstStyle>
            <a:lvl1pPr marL="0" indent="0" algn="r">
              <a:lnSpc>
                <a:spcPct val="125000"/>
              </a:lnSpc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6CB5A8-9D31-4837-8B44-9072CDBFDAF6}" type="datetimeFigureOut">
              <a:rPr lang="en-GB" smtClean="0"/>
              <a:t>20/12/2018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BD964D-4827-47C3-97F4-56D304E6452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077361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58952" y="557261"/>
            <a:ext cx="3840480" cy="1919239"/>
          </a:xfrm>
        </p:spPr>
        <p:txBody>
          <a:bodyPr anchor="t">
            <a:noAutofit/>
          </a:bodyPr>
          <a:lstStyle>
            <a:lvl1pPr>
              <a:lnSpc>
                <a:spcPct val="93000"/>
              </a:lnSpc>
              <a:defRPr sz="40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257800" y="0"/>
            <a:ext cx="6172200" cy="6857999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58952" y="2621512"/>
            <a:ext cx="3840480" cy="3236976"/>
          </a:xfrm>
        </p:spPr>
        <p:txBody>
          <a:bodyPr/>
          <a:lstStyle>
            <a:lvl1pPr marL="0" indent="0" algn="r">
              <a:lnSpc>
                <a:spcPct val="125000"/>
              </a:lnSpc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6CB5A8-9D31-4837-8B44-9072CDBFDAF6}" type="datetimeFigureOut">
              <a:rPr lang="en-GB" smtClean="0"/>
              <a:t>20/12/2018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BD964D-4827-47C3-97F4-56D304E6452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9186546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181600" y="640080"/>
            <a:ext cx="6248398" cy="5584142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6CB5A8-9D31-4837-8B44-9072CDBFDAF6}" type="datetimeFigureOut">
              <a:rPr lang="en-GB" smtClean="0"/>
              <a:t>20/12/2018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BD964D-4827-47C3-97F4-56D304E6452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7213068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eeform 6" title="Page Number Shape"/>
          <p:cNvSpPr/>
          <p:nvPr/>
        </p:nvSpPr>
        <p:spPr bwMode="auto">
          <a:xfrm>
            <a:off x="11784011" y="5380580"/>
            <a:ext cx="407988" cy="819150"/>
          </a:xfrm>
          <a:custGeom>
            <a:avLst/>
            <a:gdLst/>
            <a:ahLst/>
            <a:cxnLst/>
            <a:rect l="0" t="0" r="r" b="b"/>
            <a:pathLst>
              <a:path w="1799" h="3612">
                <a:moveTo>
                  <a:pt x="1799" y="0"/>
                </a:moveTo>
                <a:lnTo>
                  <a:pt x="1799" y="3612"/>
                </a:lnTo>
                <a:lnTo>
                  <a:pt x="1686" y="3609"/>
                </a:lnTo>
                <a:lnTo>
                  <a:pt x="1574" y="3598"/>
                </a:lnTo>
                <a:lnTo>
                  <a:pt x="1464" y="3581"/>
                </a:lnTo>
                <a:lnTo>
                  <a:pt x="1357" y="3557"/>
                </a:lnTo>
                <a:lnTo>
                  <a:pt x="1251" y="3527"/>
                </a:lnTo>
                <a:lnTo>
                  <a:pt x="1150" y="3490"/>
                </a:lnTo>
                <a:lnTo>
                  <a:pt x="1050" y="3448"/>
                </a:lnTo>
                <a:lnTo>
                  <a:pt x="953" y="3401"/>
                </a:lnTo>
                <a:lnTo>
                  <a:pt x="860" y="3347"/>
                </a:lnTo>
                <a:lnTo>
                  <a:pt x="771" y="3289"/>
                </a:lnTo>
                <a:lnTo>
                  <a:pt x="686" y="3224"/>
                </a:lnTo>
                <a:lnTo>
                  <a:pt x="604" y="3156"/>
                </a:lnTo>
                <a:lnTo>
                  <a:pt x="527" y="3083"/>
                </a:lnTo>
                <a:lnTo>
                  <a:pt x="454" y="3005"/>
                </a:lnTo>
                <a:lnTo>
                  <a:pt x="386" y="2923"/>
                </a:lnTo>
                <a:lnTo>
                  <a:pt x="323" y="2838"/>
                </a:lnTo>
                <a:lnTo>
                  <a:pt x="265" y="2748"/>
                </a:lnTo>
                <a:lnTo>
                  <a:pt x="211" y="2655"/>
                </a:lnTo>
                <a:lnTo>
                  <a:pt x="163" y="2559"/>
                </a:lnTo>
                <a:lnTo>
                  <a:pt x="121" y="2459"/>
                </a:lnTo>
                <a:lnTo>
                  <a:pt x="85" y="2356"/>
                </a:lnTo>
                <a:lnTo>
                  <a:pt x="55" y="2251"/>
                </a:lnTo>
                <a:lnTo>
                  <a:pt x="32" y="2143"/>
                </a:lnTo>
                <a:lnTo>
                  <a:pt x="14" y="2033"/>
                </a:lnTo>
                <a:lnTo>
                  <a:pt x="4" y="1920"/>
                </a:lnTo>
                <a:lnTo>
                  <a:pt x="0" y="1806"/>
                </a:lnTo>
                <a:lnTo>
                  <a:pt x="4" y="1692"/>
                </a:lnTo>
                <a:lnTo>
                  <a:pt x="14" y="1580"/>
                </a:lnTo>
                <a:lnTo>
                  <a:pt x="32" y="1469"/>
                </a:lnTo>
                <a:lnTo>
                  <a:pt x="55" y="1362"/>
                </a:lnTo>
                <a:lnTo>
                  <a:pt x="85" y="1256"/>
                </a:lnTo>
                <a:lnTo>
                  <a:pt x="121" y="1154"/>
                </a:lnTo>
                <a:lnTo>
                  <a:pt x="163" y="1054"/>
                </a:lnTo>
                <a:lnTo>
                  <a:pt x="211" y="958"/>
                </a:lnTo>
                <a:lnTo>
                  <a:pt x="265" y="864"/>
                </a:lnTo>
                <a:lnTo>
                  <a:pt x="323" y="774"/>
                </a:lnTo>
                <a:lnTo>
                  <a:pt x="386" y="689"/>
                </a:lnTo>
                <a:lnTo>
                  <a:pt x="454" y="607"/>
                </a:lnTo>
                <a:lnTo>
                  <a:pt x="527" y="529"/>
                </a:lnTo>
                <a:lnTo>
                  <a:pt x="604" y="456"/>
                </a:lnTo>
                <a:lnTo>
                  <a:pt x="686" y="388"/>
                </a:lnTo>
                <a:lnTo>
                  <a:pt x="771" y="325"/>
                </a:lnTo>
                <a:lnTo>
                  <a:pt x="860" y="266"/>
                </a:lnTo>
                <a:lnTo>
                  <a:pt x="953" y="212"/>
                </a:lnTo>
                <a:lnTo>
                  <a:pt x="1050" y="164"/>
                </a:lnTo>
                <a:lnTo>
                  <a:pt x="1150" y="122"/>
                </a:lnTo>
                <a:lnTo>
                  <a:pt x="1251" y="85"/>
                </a:lnTo>
                <a:lnTo>
                  <a:pt x="1357" y="55"/>
                </a:lnTo>
                <a:lnTo>
                  <a:pt x="1464" y="32"/>
                </a:lnTo>
                <a:lnTo>
                  <a:pt x="1574" y="14"/>
                </a:lnTo>
                <a:lnTo>
                  <a:pt x="1686" y="5"/>
                </a:lnTo>
                <a:lnTo>
                  <a:pt x="1799" y="0"/>
                </a:lnTo>
                <a:close/>
              </a:path>
            </a:pathLst>
          </a:custGeom>
          <a:solidFill>
            <a:srgbClr val="262626"/>
          </a:solidFill>
          <a:ln w="0">
            <a:noFill/>
            <a:prstDash val="solid"/>
            <a:round/>
            <a:headEnd/>
            <a:tailEnd/>
          </a:ln>
        </p:spPr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90765" y="642931"/>
            <a:ext cx="2446670" cy="4678106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642932"/>
            <a:ext cx="7070678" cy="4678105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536187" y="5927131"/>
            <a:ext cx="3814856" cy="365125"/>
          </a:xfrm>
        </p:spPr>
        <p:txBody>
          <a:bodyPr/>
          <a:lstStyle/>
          <a:p>
            <a:fld id="{D86CB5A8-9D31-4837-8B44-9072CDBFDAF6}" type="datetimeFigureOut">
              <a:rPr lang="en-GB" smtClean="0"/>
              <a:t>20/12/2018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536187" y="6315949"/>
            <a:ext cx="3814856" cy="365125"/>
          </a:xfrm>
        </p:spPr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784011" y="5607592"/>
            <a:ext cx="407988" cy="365125"/>
          </a:xfrm>
        </p:spPr>
        <p:txBody>
          <a:bodyPr/>
          <a:lstStyle/>
          <a:p>
            <a:fld id="{8DBD964D-4827-47C3-97F4-56D304E64521}" type="slidenum">
              <a:rPr lang="en-GB" smtClean="0"/>
              <a:t>‹#›</a:t>
            </a:fld>
            <a:endParaRPr lang="en-GB"/>
          </a:p>
        </p:txBody>
      </p:sp>
      <p:cxnSp>
        <p:nvCxnSpPr>
          <p:cNvPr id="13" name="Straight Connector 12" title="Horizontal Rule Line"/>
          <p:cNvCxnSpPr/>
          <p:nvPr/>
        </p:nvCxnSpPr>
        <p:spPr>
          <a:xfrm>
            <a:off x="0" y="6199730"/>
            <a:ext cx="10260011" cy="0"/>
          </a:xfrm>
          <a:prstGeom prst="line">
            <a:avLst/>
          </a:prstGeom>
          <a:ln w="2540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06771900"/>
      </p:ext>
    </p:extLst>
  </p:cSld>
  <p:clrMapOvr>
    <a:masterClrMapping/>
  </p:clrMapOvr>
  <p:extLst mod="1">
    <p:ext uri="{DCECCB84-F9BA-43D5-87BE-67443E8EF086}">
      <p15:sldGuideLst xmlns:p15="http://schemas.microsoft.com/office/powerpoint/2012/main">
        <p15:guide id="1" pos="6456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Freeform 6" title="Page Number Shape"/>
          <p:cNvSpPr/>
          <p:nvPr/>
        </p:nvSpPr>
        <p:spPr bwMode="auto">
          <a:xfrm>
            <a:off x="11784011" y="5380580"/>
            <a:ext cx="407988" cy="819150"/>
          </a:xfrm>
          <a:custGeom>
            <a:avLst/>
            <a:gdLst/>
            <a:ahLst/>
            <a:cxnLst/>
            <a:rect l="0" t="0" r="r" b="b"/>
            <a:pathLst>
              <a:path w="1799" h="3612">
                <a:moveTo>
                  <a:pt x="1799" y="0"/>
                </a:moveTo>
                <a:lnTo>
                  <a:pt x="1799" y="3612"/>
                </a:lnTo>
                <a:lnTo>
                  <a:pt x="1686" y="3609"/>
                </a:lnTo>
                <a:lnTo>
                  <a:pt x="1574" y="3598"/>
                </a:lnTo>
                <a:lnTo>
                  <a:pt x="1464" y="3581"/>
                </a:lnTo>
                <a:lnTo>
                  <a:pt x="1357" y="3557"/>
                </a:lnTo>
                <a:lnTo>
                  <a:pt x="1251" y="3527"/>
                </a:lnTo>
                <a:lnTo>
                  <a:pt x="1150" y="3490"/>
                </a:lnTo>
                <a:lnTo>
                  <a:pt x="1050" y="3448"/>
                </a:lnTo>
                <a:lnTo>
                  <a:pt x="953" y="3401"/>
                </a:lnTo>
                <a:lnTo>
                  <a:pt x="860" y="3347"/>
                </a:lnTo>
                <a:lnTo>
                  <a:pt x="771" y="3289"/>
                </a:lnTo>
                <a:lnTo>
                  <a:pt x="686" y="3224"/>
                </a:lnTo>
                <a:lnTo>
                  <a:pt x="604" y="3156"/>
                </a:lnTo>
                <a:lnTo>
                  <a:pt x="527" y="3083"/>
                </a:lnTo>
                <a:lnTo>
                  <a:pt x="454" y="3005"/>
                </a:lnTo>
                <a:lnTo>
                  <a:pt x="386" y="2923"/>
                </a:lnTo>
                <a:lnTo>
                  <a:pt x="323" y="2838"/>
                </a:lnTo>
                <a:lnTo>
                  <a:pt x="265" y="2748"/>
                </a:lnTo>
                <a:lnTo>
                  <a:pt x="211" y="2655"/>
                </a:lnTo>
                <a:lnTo>
                  <a:pt x="163" y="2559"/>
                </a:lnTo>
                <a:lnTo>
                  <a:pt x="121" y="2459"/>
                </a:lnTo>
                <a:lnTo>
                  <a:pt x="85" y="2356"/>
                </a:lnTo>
                <a:lnTo>
                  <a:pt x="55" y="2251"/>
                </a:lnTo>
                <a:lnTo>
                  <a:pt x="32" y="2143"/>
                </a:lnTo>
                <a:lnTo>
                  <a:pt x="14" y="2033"/>
                </a:lnTo>
                <a:lnTo>
                  <a:pt x="4" y="1920"/>
                </a:lnTo>
                <a:lnTo>
                  <a:pt x="0" y="1806"/>
                </a:lnTo>
                <a:lnTo>
                  <a:pt x="4" y="1692"/>
                </a:lnTo>
                <a:lnTo>
                  <a:pt x="14" y="1580"/>
                </a:lnTo>
                <a:lnTo>
                  <a:pt x="32" y="1469"/>
                </a:lnTo>
                <a:lnTo>
                  <a:pt x="55" y="1362"/>
                </a:lnTo>
                <a:lnTo>
                  <a:pt x="85" y="1256"/>
                </a:lnTo>
                <a:lnTo>
                  <a:pt x="121" y="1154"/>
                </a:lnTo>
                <a:lnTo>
                  <a:pt x="163" y="1054"/>
                </a:lnTo>
                <a:lnTo>
                  <a:pt x="211" y="958"/>
                </a:lnTo>
                <a:lnTo>
                  <a:pt x="265" y="864"/>
                </a:lnTo>
                <a:lnTo>
                  <a:pt x="323" y="774"/>
                </a:lnTo>
                <a:lnTo>
                  <a:pt x="386" y="689"/>
                </a:lnTo>
                <a:lnTo>
                  <a:pt x="454" y="607"/>
                </a:lnTo>
                <a:lnTo>
                  <a:pt x="527" y="529"/>
                </a:lnTo>
                <a:lnTo>
                  <a:pt x="604" y="456"/>
                </a:lnTo>
                <a:lnTo>
                  <a:pt x="686" y="388"/>
                </a:lnTo>
                <a:lnTo>
                  <a:pt x="771" y="325"/>
                </a:lnTo>
                <a:lnTo>
                  <a:pt x="860" y="266"/>
                </a:lnTo>
                <a:lnTo>
                  <a:pt x="953" y="212"/>
                </a:lnTo>
                <a:lnTo>
                  <a:pt x="1050" y="164"/>
                </a:lnTo>
                <a:lnTo>
                  <a:pt x="1150" y="122"/>
                </a:lnTo>
                <a:lnTo>
                  <a:pt x="1251" y="85"/>
                </a:lnTo>
                <a:lnTo>
                  <a:pt x="1357" y="55"/>
                </a:lnTo>
                <a:lnTo>
                  <a:pt x="1464" y="32"/>
                </a:lnTo>
                <a:lnTo>
                  <a:pt x="1574" y="14"/>
                </a:lnTo>
                <a:lnTo>
                  <a:pt x="1686" y="5"/>
                </a:lnTo>
                <a:lnTo>
                  <a:pt x="1799" y="0"/>
                </a:lnTo>
                <a:close/>
              </a:path>
            </a:pathLst>
          </a:custGeom>
          <a:solidFill>
            <a:schemeClr val="tx1">
              <a:lumMod val="85000"/>
              <a:lumOff val="15000"/>
            </a:schemeClr>
          </a:solidFill>
          <a:ln w="0">
            <a:noFill/>
            <a:prstDash val="solid"/>
            <a:round/>
            <a:headEnd/>
            <a:tailEnd/>
          </a:ln>
        </p:spPr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62000" y="559678"/>
            <a:ext cx="3833906" cy="495249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181600" y="569066"/>
            <a:ext cx="6248398" cy="565515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2001" y="5930060"/>
            <a:ext cx="3814856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1000" b="0" i="1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</a:defRPr>
            </a:lvl1pPr>
          </a:lstStyle>
          <a:p>
            <a:fld id="{D86CB5A8-9D31-4837-8B44-9072CDBFDAF6}" type="datetimeFigureOut">
              <a:rPr lang="en-GB" smtClean="0"/>
              <a:t>20/12/2018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762001" y="6314440"/>
            <a:ext cx="3814856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1200" b="1" i="1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784011" y="5607592"/>
            <a:ext cx="40798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0" i="1" baseline="0">
                <a:solidFill>
                  <a:schemeClr val="bg2"/>
                </a:solidFill>
                <a:latin typeface="+mj-lt"/>
              </a:defRPr>
            </a:lvl1pPr>
          </a:lstStyle>
          <a:p>
            <a:fld id="{8DBD964D-4827-47C3-97F4-56D304E64521}" type="slidenum">
              <a:rPr lang="en-GB" smtClean="0"/>
              <a:t>‹#›</a:t>
            </a:fld>
            <a:endParaRPr lang="en-GB"/>
          </a:p>
        </p:txBody>
      </p:sp>
      <p:cxnSp>
        <p:nvCxnSpPr>
          <p:cNvPr id="10" name="Straight Connector 9" title="Horizontal Rule Line"/>
          <p:cNvCxnSpPr/>
          <p:nvPr/>
        </p:nvCxnSpPr>
        <p:spPr>
          <a:xfrm>
            <a:off x="0" y="6199730"/>
            <a:ext cx="4495800" cy="0"/>
          </a:xfrm>
          <a:prstGeom prst="line">
            <a:avLst/>
          </a:prstGeom>
          <a:ln w="2540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528455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5" r:id="rId1"/>
    <p:sldLayoutId id="2147483696" r:id="rId2"/>
    <p:sldLayoutId id="2147483697" r:id="rId3"/>
    <p:sldLayoutId id="2147483698" r:id="rId4"/>
    <p:sldLayoutId id="2147483699" r:id="rId5"/>
    <p:sldLayoutId id="2147483700" r:id="rId6"/>
    <p:sldLayoutId id="2147483701" r:id="rId7"/>
    <p:sldLayoutId id="2147483702" r:id="rId8"/>
    <p:sldLayoutId id="2147483703" r:id="rId9"/>
    <p:sldLayoutId id="2147483704" r:id="rId10"/>
    <p:sldLayoutId id="2147483705" r:id="rId11"/>
  </p:sldLayoutIdLst>
  <p:txStyles>
    <p:titleStyle>
      <a:lvl1pPr algn="r" defTabSz="914400" rtl="0" eaLnBrk="1" latinLnBrk="0" hangingPunct="1">
        <a:lnSpc>
          <a:spcPct val="90000"/>
        </a:lnSpc>
        <a:spcBef>
          <a:spcPct val="0"/>
        </a:spcBef>
        <a:buNone/>
        <a:defRPr sz="5000" b="0" i="1" kern="1200" baseline="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</p:titleStyle>
    <p:bodyStyle>
      <a:lvl1pPr marL="283464" indent="-283464" algn="l" defTabSz="914400" rtl="0" eaLnBrk="1" latinLnBrk="0" hangingPunct="1">
        <a:lnSpc>
          <a:spcPct val="112000"/>
        </a:lnSpc>
        <a:spcBef>
          <a:spcPts val="900"/>
        </a:spcBef>
        <a:buFont typeface="Arial" panose="020B0604020202020204" pitchFamily="34" charset="0"/>
        <a:buChar char="•"/>
        <a:defRPr sz="2000" kern="1200" baseline="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685800" indent="-283464" algn="l" defTabSz="914400" rtl="0" eaLnBrk="1" latinLnBrk="0" hangingPunct="1">
        <a:lnSpc>
          <a:spcPct val="112000"/>
        </a:lnSpc>
        <a:spcBef>
          <a:spcPts val="900"/>
        </a:spcBef>
        <a:buFont typeface="Corbel" panose="020B0503020204020204" pitchFamily="34" charset="0"/>
        <a:buChar char="–"/>
        <a:defRPr sz="1800" kern="1200" baseline="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1143000" indent="-283464" algn="l" defTabSz="914400" rtl="0" eaLnBrk="1" latinLnBrk="0" hangingPunct="1">
        <a:lnSpc>
          <a:spcPct val="112000"/>
        </a:lnSpc>
        <a:spcBef>
          <a:spcPts val="900"/>
        </a:spcBef>
        <a:buFont typeface="Arial" panose="020B0604020202020204" pitchFamily="34" charset="0"/>
        <a:buChar char="•"/>
        <a:defRPr sz="1600" kern="1200" baseline="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1600200" indent="-283464" algn="l" defTabSz="914400" rtl="0" eaLnBrk="1" latinLnBrk="0" hangingPunct="1">
        <a:lnSpc>
          <a:spcPct val="112000"/>
        </a:lnSpc>
        <a:spcBef>
          <a:spcPts val="900"/>
        </a:spcBef>
        <a:buFont typeface="Corbel" panose="020B0503020204020204" pitchFamily="34" charset="0"/>
        <a:buChar char="–"/>
        <a:defRPr sz="1400" kern="1200" baseline="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2057400" indent="-283464" algn="l" defTabSz="914400" rtl="0" eaLnBrk="1" latinLnBrk="0" hangingPunct="1">
        <a:lnSpc>
          <a:spcPct val="112000"/>
        </a:lnSpc>
        <a:spcBef>
          <a:spcPts val="900"/>
        </a:spcBef>
        <a:buFont typeface="Arial" panose="020B0604020202020204" pitchFamily="34" charset="0"/>
        <a:buChar char="•"/>
        <a:defRPr sz="1400" i="1" kern="1200" baseline="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2514600" indent="-283464" algn="l" defTabSz="914400" rtl="0" eaLnBrk="1" latinLnBrk="0" hangingPunct="1">
        <a:lnSpc>
          <a:spcPct val="112000"/>
        </a:lnSpc>
        <a:spcBef>
          <a:spcPts val="1300"/>
        </a:spcBef>
        <a:buFont typeface="Corbel" panose="020B0503020204020204" pitchFamily="34" charset="0"/>
        <a:buChar char="–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6pPr>
      <a:lvl7pPr marL="2971800" indent="-283464" algn="l" defTabSz="914400" rtl="0" eaLnBrk="1" latinLnBrk="0" hangingPunct="1">
        <a:lnSpc>
          <a:spcPct val="112000"/>
        </a:lnSpc>
        <a:spcBef>
          <a:spcPts val="1300"/>
        </a:spcBef>
        <a:buFont typeface="Arial" panose="020B0604020202020204" pitchFamily="34" charset="0"/>
        <a:buChar char="•"/>
        <a:defRPr sz="1400" i="1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7pPr>
      <a:lvl8pPr marL="3429000" indent="-283464" algn="l" defTabSz="914400" rtl="0" eaLnBrk="1" latinLnBrk="0" hangingPunct="1">
        <a:lnSpc>
          <a:spcPct val="112000"/>
        </a:lnSpc>
        <a:spcBef>
          <a:spcPts val="1300"/>
        </a:spcBef>
        <a:buFont typeface="Corbel" panose="020B0503020204020204" pitchFamily="34" charset="0"/>
        <a:buChar char="–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8pPr>
      <a:lvl9pPr marL="3886200" indent="-283464" algn="l" defTabSz="914400" rtl="0" eaLnBrk="1" latinLnBrk="0" hangingPunct="1">
        <a:lnSpc>
          <a:spcPct val="112000"/>
        </a:lnSpc>
        <a:spcBef>
          <a:spcPts val="1300"/>
        </a:spcBef>
        <a:buFont typeface="Arial" panose="020B0604020202020204" pitchFamily="34" charset="0"/>
        <a:buChar char="•"/>
        <a:defRPr sz="1400" i="1" kern="1200" baseline="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 mod="1">
    <p:ext uri="{27BBF7A9-308A-43DC-89C8-2F10F3537804}">
      <p15:sldGuideLst xmlns:p15="http://schemas.microsoft.com/office/powerpoint/2012/main">
        <p15:guide id="1" pos="2832">
          <p15:clr>
            <a:srgbClr val="F26B43"/>
          </p15:clr>
        </p15:guide>
        <p15:guide id="2" pos="480">
          <p15:clr>
            <a:srgbClr val="F26B43"/>
          </p15:clr>
        </p15:guide>
        <p15:guide id="3" orient="horz" pos="432">
          <p15:clr>
            <a:srgbClr val="F26B43"/>
          </p15:clr>
        </p15:guide>
        <p15:guide id="4" pos="7200">
          <p15:clr>
            <a:srgbClr val="F26B43"/>
          </p15:clr>
        </p15:guide>
        <p15:guide id="5" pos="3264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Rectangle 28">
            <a:extLst>
              <a:ext uri="{FF2B5EF4-FFF2-40B4-BE49-F238E27FC236}">
                <a16:creationId xmlns:a16="http://schemas.microsoft.com/office/drawing/2014/main" id="{FBEC49A0-25A7-4C9A-9B61-9EC72C94B378}"/>
              </a:ext>
            </a:extLst>
          </p:cNvPr>
          <p:cNvSpPr/>
          <p:nvPr/>
        </p:nvSpPr>
        <p:spPr>
          <a:xfrm>
            <a:off x="2399369" y="1585731"/>
            <a:ext cx="7936823" cy="353027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grpSp>
        <p:nvGrpSpPr>
          <p:cNvPr id="28" name="Group 27">
            <a:extLst>
              <a:ext uri="{FF2B5EF4-FFF2-40B4-BE49-F238E27FC236}">
                <a16:creationId xmlns:a16="http://schemas.microsoft.com/office/drawing/2014/main" id="{1DD32474-CFC6-4C7E-ABDB-865CDE33D413}"/>
              </a:ext>
            </a:extLst>
          </p:cNvPr>
          <p:cNvGrpSpPr/>
          <p:nvPr/>
        </p:nvGrpSpPr>
        <p:grpSpPr>
          <a:xfrm>
            <a:off x="2823777" y="1880835"/>
            <a:ext cx="6968853" cy="2940070"/>
            <a:chOff x="2635997" y="1840249"/>
            <a:chExt cx="6968853" cy="2940070"/>
          </a:xfrm>
        </p:grpSpPr>
        <p:pic>
          <p:nvPicPr>
            <p:cNvPr id="22" name="Picture 21">
              <a:extLst>
                <a:ext uri="{FF2B5EF4-FFF2-40B4-BE49-F238E27FC236}">
                  <a16:creationId xmlns:a16="http://schemas.microsoft.com/office/drawing/2014/main" id="{4E56CC28-B776-41B6-BE66-DB2002FF8DA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682383" y="2260319"/>
              <a:ext cx="3015259" cy="2520000"/>
            </a:xfrm>
            <a:prstGeom prst="rect">
              <a:avLst/>
            </a:prstGeom>
          </p:spPr>
        </p:pic>
        <p:pic>
          <p:nvPicPr>
            <p:cNvPr id="24" name="Picture 23">
              <a:extLst>
                <a:ext uri="{FF2B5EF4-FFF2-40B4-BE49-F238E27FC236}">
                  <a16:creationId xmlns:a16="http://schemas.microsoft.com/office/drawing/2014/main" id="{194F0479-A8CE-4C56-A913-99754B73ABED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-1101" t="4644" r="5441" b="2520"/>
            <a:stretch/>
          </p:blipFill>
          <p:spPr>
            <a:xfrm>
              <a:off x="2635997" y="1840249"/>
              <a:ext cx="2187239" cy="2880000"/>
            </a:xfrm>
            <a:prstGeom prst="rect">
              <a:avLst/>
            </a:prstGeom>
          </p:spPr>
        </p:pic>
        <p:pic>
          <p:nvPicPr>
            <p:cNvPr id="26" name="Picture 25">
              <a:extLst>
                <a:ext uri="{FF2B5EF4-FFF2-40B4-BE49-F238E27FC236}">
                  <a16:creationId xmlns:a16="http://schemas.microsoft.com/office/drawing/2014/main" id="{120B7A84-4005-4625-945B-AF1ADE75BFCA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57" t="2237" r="806"/>
            <a:stretch/>
          </p:blipFill>
          <p:spPr>
            <a:xfrm>
              <a:off x="7045333" y="1847868"/>
              <a:ext cx="2559517" cy="2880000"/>
            </a:xfrm>
            <a:prstGeom prst="rect">
              <a:avLst/>
            </a:prstGeom>
          </p:spPr>
        </p:pic>
      </p:grpSp>
      <p:sp>
        <p:nvSpPr>
          <p:cNvPr id="30" name="TextBox 29">
            <a:extLst>
              <a:ext uri="{FF2B5EF4-FFF2-40B4-BE49-F238E27FC236}">
                <a16:creationId xmlns:a16="http://schemas.microsoft.com/office/drawing/2014/main" id="{AF871B78-2F27-40C1-B2E1-8E45E46AB999}"/>
              </a:ext>
            </a:extLst>
          </p:cNvPr>
          <p:cNvSpPr txBox="1"/>
          <p:nvPr/>
        </p:nvSpPr>
        <p:spPr>
          <a:xfrm>
            <a:off x="2951545" y="462987"/>
            <a:ext cx="621291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Style source</a:t>
            </a:r>
            <a:r>
              <a:rPr lang="en-GB"/>
              <a:t>: https://www.myfonts.com/search/(wtc%20goudy)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77970560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9E762540-5029-4D45-878F-DBB6D6247D90}"/>
              </a:ext>
            </a:extLst>
          </p:cNvPr>
          <p:cNvSpPr/>
          <p:nvPr/>
        </p:nvSpPr>
        <p:spPr>
          <a:xfrm>
            <a:off x="1585732" y="104174"/>
            <a:ext cx="6400800" cy="6342926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194F0479-A8CE-4C56-A913-99754B73ABED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101" t="4644" r="5441" b="2520"/>
          <a:stretch/>
        </p:blipFill>
        <p:spPr>
          <a:xfrm>
            <a:off x="2635997" y="1840249"/>
            <a:ext cx="2187239" cy="2880000"/>
          </a:xfrm>
          <a:prstGeom prst="rect">
            <a:avLst/>
          </a:prstGeom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120B7A84-4005-4625-945B-AF1ADE75BFCA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57" t="2237" r="806"/>
          <a:stretch/>
        </p:blipFill>
        <p:spPr>
          <a:xfrm>
            <a:off x="4475742" y="1847868"/>
            <a:ext cx="2559517" cy="288000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8DD8A565-5890-4C67-99BF-0AB862562CB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00331" y="210429"/>
            <a:ext cx="5558879" cy="60924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8669075"/>
      </p:ext>
    </p:extLst>
  </p:cSld>
  <p:clrMapOvr>
    <a:masterClrMapping/>
  </p:clrMapOvr>
</p:sld>
</file>

<file path=ppt/theme/theme1.xml><?xml version="1.0" encoding="utf-8"?>
<a:theme xmlns:a="http://schemas.openxmlformats.org/drawingml/2006/main" name="Headlines">
  <a:themeElements>
    <a:clrScheme name="Headlines">
      <a:dk1>
        <a:sysClr val="windowText" lastClr="000000"/>
      </a:dk1>
      <a:lt1>
        <a:sysClr val="window" lastClr="FFFFFF"/>
      </a:lt1>
      <a:dk2>
        <a:srgbClr val="1D1A1D"/>
      </a:dk2>
      <a:lt2>
        <a:srgbClr val="F5F5F5"/>
      </a:lt2>
      <a:accent1>
        <a:srgbClr val="439EB7"/>
      </a:accent1>
      <a:accent2>
        <a:srgbClr val="E28B55"/>
      </a:accent2>
      <a:accent3>
        <a:srgbClr val="DCB64D"/>
      </a:accent3>
      <a:accent4>
        <a:srgbClr val="4CA198"/>
      </a:accent4>
      <a:accent5>
        <a:srgbClr val="835B82"/>
      </a:accent5>
      <a:accent6>
        <a:srgbClr val="645135"/>
      </a:accent6>
      <a:hlink>
        <a:srgbClr val="439EB7"/>
      </a:hlink>
      <a:folHlink>
        <a:srgbClr val="835B82"/>
      </a:folHlink>
    </a:clrScheme>
    <a:fontScheme name="Headlines">
      <a:majorFont>
        <a:latin typeface="Century Schoolbook" panose="020406040505050203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メイリオ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Headlines">
      <a:fillStyleLst>
        <a:solidFill>
          <a:schemeClr val="phClr"/>
        </a:solidFill>
        <a:solidFill>
          <a:schemeClr val="phClr">
            <a:tint val="67000"/>
            <a:satMod val="105000"/>
          </a:schemeClr>
        </a:solidFill>
        <a:gradFill rotWithShape="1">
          <a:gsLst>
            <a:gs pos="0">
              <a:schemeClr val="phClr">
                <a:tint val="100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0000"/>
                <a:satMod val="120000"/>
                <a:lumMod val="99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6350" cap="flat" cmpd="sng" algn="in">
          <a:solidFill>
            <a:schemeClr val="phClr"/>
          </a:solidFill>
          <a:prstDash val="solid"/>
        </a:ln>
        <a:ln w="12700" cap="flat" cmpd="sng" algn="in">
          <a:solidFill>
            <a:schemeClr val="phClr"/>
          </a:solidFill>
          <a:prstDash val="solid"/>
        </a:ln>
        <a:ln w="19050" cap="flat" cmpd="sng" algn="in">
          <a:solidFill>
            <a:schemeClr val="phClr"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innerShdw blurRad="88900" dist="25400" dir="10800000">
              <a:srgbClr val="000000">
                <a:alpha val="25000"/>
              </a:srgbClr>
            </a:innerShdw>
            <a:outerShdw blurRad="25400" dist="25400" dir="5400000" rotWithShape="0">
              <a:srgbClr val="FFFFFF">
                <a:alpha val="10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Headlines" id="{3841520A-25F2-4EB8-BE4C-611DB5ABEED9}" vid="{ECD25A4C-D97E-4C12-84B1-63580BFFAEEB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TM10001103[[fn=Headlines]]</Template>
  <TotalTime>43</TotalTime>
  <Words>17</Words>
  <Application>Microsoft Office PowerPoint</Application>
  <PresentationFormat>Widescreen</PresentationFormat>
  <Paragraphs>1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Arial</vt:lpstr>
      <vt:lpstr>Century Schoolbook</vt:lpstr>
      <vt:lpstr>Corbel</vt:lpstr>
      <vt:lpstr>Headlines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Finn Z</dc:creator>
  <cp:lastModifiedBy>Finn Z</cp:lastModifiedBy>
  <cp:revision>6</cp:revision>
  <dcterms:created xsi:type="dcterms:W3CDTF">2018-12-20T12:59:31Z</dcterms:created>
  <dcterms:modified xsi:type="dcterms:W3CDTF">2018-12-20T13:42:55Z</dcterms:modified>
</cp:coreProperties>
</file>